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YYgNiv0qn_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🕋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ve Kurban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Hac, imkânı olan Müslümanların zilhicce ayında ihram giyerek, Arafat'ta vakfe yaparak ve Kâbe'yi tavaf ederek yaptıkları farz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Hz. Âdem zamanında başladığı, Hz. İbrahim ile oğlu Hz. İsmail'in Kâbe'yi yeniden inşa ettiği bildirilir.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Hac, Hicret'in 9. yılında farz kılınmıştır ve İslam'ın beş şartından biridir.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farzı üçtür: ihrama girmek, Arafat'ta vakfe yapmak, Kâbe'yi tavaf etmek.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Mikat'ta ihrama girilir, telbiye duası okunur. Kâbe'nin etrafında bir kez dönmeye şavt, yedi kez dönmeye tavaf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Safa ile Merve arasında yapılan yürüyüştür. Vakfe, Arafat'ta beklemektir. Zemzem, Hz. Hacer'e ikram edilen kutsal sudur.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Hacerülesved, Kâbe'nin köşesindeki siyah taştır.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Mekânlar: Kâbe (yeryüzündeki ilk mabet, Beytullah), Safa ve Merve tepeleri, Müzdelife (Arafat-Mina arası, gece vakfesi), Mina (kurban kesme, şeytan taşlama yeri), Arafat (Arife Günü vakfe alanı).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Umre, hac mevsimi dışında ihramlı olarak Kâbe'yi tavaf edip Safa-Merve arasında say yaptıktan sonra tıraş olup ihramdan çıkılan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farz, umre sünnettir. Hac yılda bir kez, umre her zaman yapılabilir. Umrede vakfe, şeytan taşlama ve kurban kesme yoktur.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Kurban, belli hayvanları belirli günlerde ibadet niyetiyle kesmektir; vacip bir ibadettir. Kurban Bayramı'nın ilk 3 günü kesilir.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Küçükbaş 1 kişi, büyükbaş 1-7 kişi, deve (5 yaş üstü) 1-7 kişi adına kesilebilir.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eti üçe ayrılır: ev halkı, ihtiyaç sahipleri, komşu-misafir.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 (nezir) bir dileğin gerçekleşmesiyle kesilen kurbandır; akika çocuk doğumunda şükür için kesilir.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Alevilik-Bektaşilikte kurban kesmeye tığlama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İsmail, Hz. İbrahim ile Hz. Hacer'in oğludur; kurban edilmek istenmesiyle (Saffat suresi) kurban ibadeti başlamıştır.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Kâbe'yi babasıyla inşa etmiştir. Kabri Hicr-i İsmail'dedir.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suresi 162. ayet, namazın, ibadetin, hayatın ve ölümün yalnızca Allah için olduğunu bildirir.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ihram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telbiye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şavt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Vakfe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Zemzem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Hacerülesved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Müzdelife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Arafat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Şüphesiz benim namazım, kurbanım, hayatım ve ölümüm hep âlemlerin Rabbi Allah içindir.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En'am suresi, 162.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Onların etleri ve kanları asla Allah'a ulaşmaz; fakat O'na sizin takvanız ulaşır.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suresi, 37.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Kâbe'de Hacılar Hû Der Allah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2. Ünite: Hac ve Kurban</dc:title>
  <dc:subject>PptxGenJS Presentation</dc:subject>
  <dc:creator>Ayşe Yazıcı</dc:creator>
  <cp:lastModifiedBy>Ayşe Yazıcı</cp:lastModifiedBy>
  <cp:revision>1</cp:revision>
  <dcterms:created xsi:type="dcterms:W3CDTF">2026-07-12T13:29:59Z</dcterms:created>
  <dcterms:modified xsi:type="dcterms:W3CDTF">2026-07-12T13:29:59Z</dcterms:modified>
</cp:coreProperties>
</file>