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N1z4XQjRV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ve Elçisi Hz. Muhammed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Kâfirun Suresi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Peygamber'in iki yönü vardır: insani yönü ve peygamberlik yönü.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bizler gibi bir kul olarak yaratılmış, kulluk görevini hayatı boyunca yerine getirmiştir.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anne babadan doğmuş, ticaretle uğraşmış, aile kurmuş, Mekke'de yoksulların hakkını koruyan Hilfülfudul (Erdemliler Topluluğu)'e katılmıştır.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Müşrikler onun bir melek olmasını beklerken Kur'an "De ki: Ben de ancak sizin gibi bir insanım" (Fussilet 6) diyerek bunun yanlışlığını bildirmiştir.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Kelimeişehadette önce "Allah'ın kulu" sonra "Resulü" denilmesi bu sırayı vurgular.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Elçi/Resul/Nebi: insanları hak dine çağıran, vahiy alan peygamber.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Risalet=elçilik görevi, Nübüvvet=peygamberlik makamı, Tebliğ=vahyi eksiksiz bildirme.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40 yaşında peygamber oldu; Hatemülenbiya (peygamberlerin sonuncusu)dır — ondan sonra peygamber gelmeyecektir (Ahzab 40).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bir Rahmet (incelik, şefkat, merhamet) peygamberidir: "Biz seni âlemlere ancak rahmet olarak gönderdik" (Enbiya 107).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Taif'te taşlanmasına rağmen halkına beddua etmemiştir.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Kur'an'ı açıklayıcıdır: namazı, haccı, orucu (siyah-beyaz iplik=gece-gündüz), "zulüm"ü (=şirk) açıklamıştır.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Uyarıcı (Kur'an'da nezir) ve Müjdeleyici (Kur'an'da beşir)dir.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ahlakı tamamlamak için gönderilmiştir: "Sen elbette yüce bir ahlak üzeresin" (Kalem 4).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 peygamberlik gelince onu güzel ahlakından dolayı teselli etmiştir.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 meleği Cebrail, ilk vahiy Hira mağarasında geldi. Medine'de Mescid-i Nebevi'yi inşa etti.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Peygamber'in söz, fiil ve onayları Sünnettir.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Kâfirun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Kâfirun suresi, Mekke döneminde inmiş, 6 ayetlik suredir; "kâfirun" (inkârcılar) kelimesinden adını alır.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Müşrikler "bir sene bizim ilahlarımıza, bir sene de biz seninkine tapalım" teklif edince inmiştir.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Mesajı: şirk ile iman asla bir arada olamaz, tevhitten taviz verilemez; "Sizin dininiz size, benim dinim de banadır" diyerek herkesin inancının sorumluluğu kendisine aittir.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Hilfülfudul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Kelimeişehadet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Elçi/Resul/Nebi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Nübüvvet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Tebliğ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Hatemülenbiya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Uyarıcı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Müjdeleyici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beşir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Peygamber! Biz seni bir şahit, bir müjdeleyici, bir uyarıcı... bir davetçi olarak gönderdik.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45-46.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Muhammed, sizin erkeklerinizden hiçbirinin babası değildir. Fakat o, Allah'ın Resulü ve peygamberlerin sonuncusudur.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40.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Hz. Muhammed (s.a.v) - Son Peygamber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Kâfirun Suresi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4. Ünite: Allah'ın Kulu ve Elçisi Hz. Muhammed</dc:title>
  <dc:subject>PptxGenJS Presentation</dc:subject>
  <dc:creator>Ayşe Yazıcı</dc:creator>
  <cp:lastModifiedBy>Ayşe Yazıcı</cp:lastModifiedBy>
  <cp:revision>1</cp:revision>
  <dcterms:created xsi:type="dcterms:W3CDTF">2026-07-12T13:29:59Z</dcterms:created>
  <dcterms:modified xsi:type="dcterms:W3CDTF">2026-07-12T13:29:59Z</dcterms:modified>
</cp:coreProperties>
</file>