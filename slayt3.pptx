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rvaNfXH-2z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⚖️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Ahlaki Davranışlar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Güzel Ahlaki Tutum ve Davranışlar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Peygamber Tanıyorum: Hz. Salih (as)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Tanıyorum: Felak Suresi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Güzel Ahlaki Tutum ve Davranışlar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Ahlak, insanın yaratılışından gelen özellikleriyle iyilik ve mutluluğu hedef alan kuralların hayata geçirilmesiyle kazanılan güzel davranışlardır.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 üstün nitelik ve kıymetlerdir; tutum bir duruma karşı izlenen yoldur; davranış dıştan gözlemlenebilen hareketlerdir.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Güzel Ahlaki Tutum ve Davranışlar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Ahlak ilkelerinin iki temel kaynağı Kur'an-ı Kerim ve Hz. Peygamber'in sünnetidir.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Güzel ahlaki değerler: Adalet (doğruluk, eşitlik, hakkını verme), Dostluk (sevilen, güvenilen kimselerle kurulan bağ), Dürüstlük/Doğruluk (Sıdk — hakikati söyleme), Öz denetim (otokontrol — davranışları denetleme),…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Peygamber Tanıyorum: Hz. Salih (as)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Salih, babası Ubeyd, Semud kavmine gönderilen peygamberdir.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Semud kavmi, Âd kavminden sonra Hicr bölgesinde yaşamış, taş oymacılığıyla uğraşan bir kavimdir. Zamanla putperestliğe yönelen kavme Hz.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Peygamber Tanıyorum: Hz. Salih (as)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Salih tevhidi tebliğ etti.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Allah, kayadan çıkan dişi bir deveyi mucize olarak gönderdi; kavim deveyi kesince 3 gün sonra korkunç bir uğultulu sesle helak oldular.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Peygamber Tanıyorum: Hz. Salih (as)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kıssa, Allah'a isyan etmemek için ibret alınması amacıyla anlatılır.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Tanıyorum: Felak Suresi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Felak suresi, Medine döneminde inmiş, 5 ayetten oluşan Kur'an suresidir. "Felak" sabahın aydınlığı anlamına gelir.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Yaratılanların, gecenin karanlığının, büyücülerin ve hasetçilerin kötülüğünden Allah'a sığınmayı öğütler.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Tanıyorum: Felak Suresi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Nâs suresiyle birlikte "Muavvizeteyn" (iki koruyucu) diye anılır. Hz. Peygamber yatmadan önce ve namazlardan sonra bu sureyi okumuştur.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Ahlak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tutum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Dostluk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Dürüstlük/Doğruluk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 denetim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Sabır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Saygı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Sevgi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Sorumluluk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Vatanseverlik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Yardımseverlik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Salih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 elbette yüce bir ahlak üzeresin.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 suresi, 4.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Muhakkak ki Allah, sabredenlerle beraberdir.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Bakara suresi, 153.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İyilik Sever Çocuklar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Güzel Ahlaki Tutum ve Davranışlar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Peygamber Tanıyorum: Hz. Salih (as)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Tanıyorum: Felak Suresi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 Sınıf 3. Ünite: Ahlaki Davranışlar</dc:title>
  <dc:subject>PptxGenJS Presentation</dc:subject>
  <dc:creator>Ayşe Yazıcı</dc:creator>
  <cp:lastModifiedBy>Ayşe Yazıcı</cp:lastModifiedBy>
  <cp:revision>1</cp:revision>
  <dcterms:created xsi:type="dcterms:W3CDTF">2026-07-12T13:29:59Z</dcterms:created>
  <dcterms:modified xsi:type="dcterms:W3CDTF">2026-07-12T13:29:59Z</dcterms:modified>
</cp:coreProperties>
</file>